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1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6.png"/><Relationship Id="rId8" Type="http://schemas.openxmlformats.org/officeDocument/2006/relationships/image" Target="../media/image-4-6.png"/><Relationship Id="rId9" Type="http://schemas.openxmlformats.org/officeDocument/2006/relationships/image" Target="../media/image-4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1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5943600" cy="5943600"/>
          </a:xfrm>
          <a:prstGeom prst="ellipse">
            <a:avLst/>
          </a:prstGeom>
          <a:solidFill>
            <a:srgbClr val="1B3B6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2E86D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27548" y="1051560"/>
            <a:ext cx="1133856" cy="1133856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5" name="Image 0" descr="/home/claude/deck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6996" y="1301008"/>
            <a:ext cx="634959" cy="6349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514600"/>
            <a:ext cx="107259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 ON AWS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5271516" y="3977640"/>
            <a:ext cx="1645920" cy="27432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Secure File Storage and Management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265676" y="5760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08476" y="60167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Solanki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58368" cy="658368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4" name="Image 0" descr="/home/claude/deck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58191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39903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Cloud Document Management System?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08760" y="1764792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platform that lets users securely upload, store, organize, and retrieve documents over the internet, hosted on AWS cloud infrastructure instead of local servers.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898648"/>
            <a:ext cx="658368" cy="658368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8" name="Image 1" descr="/home/claude/deck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06324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8803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of Secure Cloud Storage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508760" y="32461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sensitive files from loss, unauthorized access, and disasters while enabling access from anywhere, anytime, on any device.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4379976"/>
            <a:ext cx="658368" cy="658368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2" name="Image 2" descr="/home/claude/deck/icons/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54456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436168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508760" y="4727448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reliable, scalable, and secure system for document management using modern web technologies integrated with AWS cloud services.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915400" y="1417320"/>
            <a:ext cx="2743200" cy="470916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738360" y="2148840"/>
            <a:ext cx="1097280" cy="109728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7" name="Image 3" descr="/home/claude/deck/icons/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395728"/>
            <a:ext cx="603504" cy="6035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98280" y="35661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Anywhere.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Anytime.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device.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9646920" y="4937760"/>
            <a:ext cx="1280160" cy="1280160"/>
          </a:xfrm>
          <a:prstGeom prst="ellipse">
            <a:avLst/>
          </a:prstGeom>
          <a:solidFill>
            <a:srgbClr val="1B3B6F"/>
          </a:solidFill>
          <a:ln/>
        </p:spPr>
      </p:sp>
      <p:pic>
        <p:nvPicPr>
          <p:cNvPr id="20" name="Image 4" descr="/home/claude/deck/icons/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5257800"/>
            <a:ext cx="640080" cy="6400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 on AWS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document storage falls short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2103120"/>
          </a:xfrm>
          <a:prstGeom prst="roundRect">
            <a:avLst>
              <a:gd name="adj" fmla="val 5217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6" name="Image 0" descr="/home/claude/deck/icon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830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Document Storage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files and local drives are hard to organize, search, and maintain as volume grows.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508760"/>
            <a:ext cx="5257800" cy="2103120"/>
          </a:xfrm>
          <a:prstGeom prst="roundRect">
            <a:avLst>
              <a:gd name="adj" fmla="val 5217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178308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1" name="Image 1" descr="/home/claude/deck/icons/triangle_ex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19431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Concerns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29400" y="242316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records and unsecured local storage are vulnerable to theft, tampering, and unauthorized viewing.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257800" cy="2103120"/>
          </a:xfrm>
          <a:prstGeom prst="roundRect">
            <a:avLst>
              <a:gd name="adj" fmla="val 5217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6" name="Image 2" descr="/home/claude/deck/icons/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2291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690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Issues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70916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stored locally cannot be accessed remotely, causing delays in collaboration and retrieval.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55080" y="3794760"/>
            <a:ext cx="5257800" cy="2103120"/>
          </a:xfrm>
          <a:prstGeom prst="roundRect">
            <a:avLst>
              <a:gd name="adj" fmla="val 5217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06908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21" name="Image 3" descr="/home/claude/deck/icons/tra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420" y="42291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0690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Risks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629400" y="470916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failure, fire, or accidental deletion can permanently destroy critical documents.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 on AWS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1170432"/>
          </a:xfrm>
          <a:prstGeom prst="roundRect">
            <a:avLst>
              <a:gd name="adj" fmla="val 937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36776"/>
            <a:ext cx="731520" cy="73152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5" name="Image 0" descr="/home/claude/deck/icons/user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1965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54533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Authentication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91640" y="1911096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user identity with encrypted login before granting document access.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7406640" cy="1170432"/>
          </a:xfrm>
          <a:prstGeom prst="roundRect">
            <a:avLst>
              <a:gd name="adj" fmla="val 937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962656"/>
            <a:ext cx="731520" cy="73152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0" name="Image 1" descr="/home/claude/deck/icons/clou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45536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87121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Document Storage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91640" y="3236976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all files reliably and durably using Amazon S3 cloud storage.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069080"/>
            <a:ext cx="7406640" cy="1170432"/>
          </a:xfrm>
          <a:prstGeom prst="roundRect">
            <a:avLst>
              <a:gd name="adj" fmla="val 937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4288536"/>
            <a:ext cx="731520" cy="73152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5" name="Image 2" descr="/home/claude/deck/icons/uploa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71416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19709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Upload, Download &amp; Management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691640" y="4562856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 to upload, retrieve, organize, and delete documents.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5394960"/>
            <a:ext cx="7406640" cy="1170432"/>
          </a:xfrm>
          <a:prstGeom prst="roundRect">
            <a:avLst>
              <a:gd name="adj" fmla="val 937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5614416"/>
            <a:ext cx="731520" cy="73152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20" name="Image 3" descr="/home/claude/deck/icons/sc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797296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91640" y="552297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Scalability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691640" y="5888736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user data private while the system scales smoothly with growing usage.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8229600" y="1417320"/>
            <a:ext cx="3429000" cy="5303520"/>
          </a:xfrm>
          <a:prstGeom prst="roundRect">
            <a:avLst>
              <a:gd name="adj" fmla="val 3200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710928" y="1783080"/>
            <a:ext cx="822960" cy="82296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25" name="Image 4" descr="/home/claude/deck/icons/bulls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6094" y="1968246"/>
            <a:ext cx="452628" cy="45262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41248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 Goals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8549640" y="3291840"/>
            <a:ext cx="256032" cy="256032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8" name="Image 5" descr="/home/claude/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4" y="3346704"/>
            <a:ext cx="146304" cy="14630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915400" y="323697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8549640" y="3822192"/>
            <a:ext cx="256032" cy="256032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31" name="Image 6" descr="/home/claude/deck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4504" y="3877056"/>
            <a:ext cx="146304" cy="14630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915400" y="37673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8549640" y="4352544"/>
            <a:ext cx="256032" cy="256032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34" name="Image 7" descr="/home/claude/deck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4504" y="4407408"/>
            <a:ext cx="146304" cy="14630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915400" y="42976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8549640" y="4882896"/>
            <a:ext cx="256032" cy="256032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37" name="Image 8" descr="/home/claude/deck/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4504" y="4937760"/>
            <a:ext cx="146304" cy="14630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8915400" y="48280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Scale</a:t>
            </a:r>
            <a:endParaRPr lang="en-US" sz="1250" dirty="0"/>
          </a:p>
        </p:txBody>
      </p:sp>
      <p:sp>
        <p:nvSpPr>
          <p:cNvPr id="39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 on AWS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 flow across the technology layers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60520" y="1554480"/>
            <a:ext cx="6035040" cy="603504"/>
          </a:xfrm>
          <a:prstGeom prst="roundRect">
            <a:avLst>
              <a:gd name="adj" fmla="val 15152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88536" y="1627632"/>
            <a:ext cx="457200" cy="45720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6" name="Image 0" descr="/home/claude/deck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1406" y="1730502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92040" y="16002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892040" y="1874520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Interacts via browser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 rot="10800000">
            <a:off x="7095744" y="2167128"/>
            <a:ext cx="164592" cy="118872"/>
          </a:xfrm>
          <a:prstGeom prst="triangle">
            <a:avLst/>
          </a:prstGeom>
          <a:solidFill>
            <a:srgbClr val="2E86DE"/>
          </a:solidFill>
          <a:ln/>
        </p:spPr>
      </p:sp>
      <p:sp>
        <p:nvSpPr>
          <p:cNvPr id="10" name="Shape 7"/>
          <p:cNvSpPr/>
          <p:nvPr/>
        </p:nvSpPr>
        <p:spPr>
          <a:xfrm>
            <a:off x="4160520" y="2290572"/>
            <a:ext cx="6035040" cy="603504"/>
          </a:xfrm>
          <a:prstGeom prst="roundRect">
            <a:avLst>
              <a:gd name="adj" fmla="val 15152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88536" y="2363724"/>
            <a:ext cx="457200" cy="45720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2" name="Image 1" descr="/home/claude/deck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406" y="2466594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233629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Bootstrap Frontend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892040" y="26106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UI and captures requests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 rot="10800000">
            <a:off x="7095744" y="2903220"/>
            <a:ext cx="164592" cy="118872"/>
          </a:xfrm>
          <a:prstGeom prst="triangle">
            <a:avLst/>
          </a:prstGeom>
          <a:solidFill>
            <a:srgbClr val="2E86DE"/>
          </a:solidFill>
          <a:ln/>
        </p:spPr>
      </p:sp>
      <p:sp>
        <p:nvSpPr>
          <p:cNvPr id="16" name="Shape 12"/>
          <p:cNvSpPr/>
          <p:nvPr/>
        </p:nvSpPr>
        <p:spPr>
          <a:xfrm>
            <a:off x="4160520" y="3026664"/>
            <a:ext cx="6035040" cy="603504"/>
          </a:xfrm>
          <a:prstGeom prst="roundRect">
            <a:avLst>
              <a:gd name="adj" fmla="val 15152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88536" y="3099816"/>
            <a:ext cx="457200" cy="45720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8" name="Image 2" descr="/home/claude/deck/icons/pyth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406" y="3202686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92040" y="307238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 Backend)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892040" y="3346704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logic, routing &amp; APIs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 rot="10800000">
            <a:off x="7095744" y="3639312"/>
            <a:ext cx="164592" cy="118872"/>
          </a:xfrm>
          <a:prstGeom prst="triangle">
            <a:avLst/>
          </a:prstGeom>
          <a:solidFill>
            <a:srgbClr val="2E86DE"/>
          </a:solidFill>
          <a:ln/>
        </p:spPr>
      </p:sp>
      <p:sp>
        <p:nvSpPr>
          <p:cNvPr id="22" name="Shape 17"/>
          <p:cNvSpPr/>
          <p:nvPr/>
        </p:nvSpPr>
        <p:spPr>
          <a:xfrm>
            <a:off x="4160520" y="3762756"/>
            <a:ext cx="6035040" cy="603504"/>
          </a:xfrm>
          <a:prstGeom prst="roundRect">
            <a:avLst>
              <a:gd name="adj" fmla="val 15152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288536" y="3835908"/>
            <a:ext cx="457200" cy="45720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24" name="Image 3" descr="/home/claude/deck/icons/aw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406" y="3938778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892040" y="380847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(File Storage)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892040" y="4082796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uploaded documents securely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 rot="10800000">
            <a:off x="7095744" y="4375404"/>
            <a:ext cx="164592" cy="118872"/>
          </a:xfrm>
          <a:prstGeom prst="triangle">
            <a:avLst/>
          </a:prstGeom>
          <a:solidFill>
            <a:srgbClr val="2E86DE"/>
          </a:solidFill>
          <a:ln/>
        </p:spPr>
      </p:sp>
      <p:sp>
        <p:nvSpPr>
          <p:cNvPr id="28" name="Shape 22"/>
          <p:cNvSpPr/>
          <p:nvPr/>
        </p:nvSpPr>
        <p:spPr>
          <a:xfrm>
            <a:off x="4160520" y="4498848"/>
            <a:ext cx="6035040" cy="603504"/>
          </a:xfrm>
          <a:prstGeom prst="roundRect">
            <a:avLst>
              <a:gd name="adj" fmla="val 15152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288536" y="4572000"/>
            <a:ext cx="457200" cy="45720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30" name="Image 4" descr="/home/claude/deck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1406" y="4674870"/>
            <a:ext cx="251460" cy="2514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892040" y="454456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4892040" y="481888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user &amp; file metadata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 rot="10800000">
            <a:off x="7095744" y="5111496"/>
            <a:ext cx="164592" cy="118872"/>
          </a:xfrm>
          <a:prstGeom prst="triangle">
            <a:avLst/>
          </a:prstGeom>
          <a:solidFill>
            <a:srgbClr val="2E86DE"/>
          </a:solidFill>
          <a:ln/>
        </p:spPr>
      </p:sp>
      <p:sp>
        <p:nvSpPr>
          <p:cNvPr id="34" name="Shape 27"/>
          <p:cNvSpPr/>
          <p:nvPr/>
        </p:nvSpPr>
        <p:spPr>
          <a:xfrm>
            <a:off x="4160520" y="5234940"/>
            <a:ext cx="6035040" cy="603504"/>
          </a:xfrm>
          <a:prstGeom prst="roundRect">
            <a:avLst>
              <a:gd name="adj" fmla="val 15152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288536" y="5308092"/>
            <a:ext cx="457200" cy="45720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36" name="Image 5" descr="/home/claude/deck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1406" y="5410962"/>
            <a:ext cx="251460" cy="2514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892040" y="52806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 (Access Control)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4892040" y="5554980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permissions &amp; security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 on AWS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70048" cy="4709160"/>
          </a:xfrm>
          <a:prstGeom prst="roundRect">
            <a:avLst>
              <a:gd name="adj" fmla="val 411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99616" y="1737360"/>
            <a:ext cx="768096" cy="768096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5" name="Image 0" descr="/home/claude/deck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2438" y="1910182"/>
            <a:ext cx="422453" cy="4224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65176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255264"/>
            <a:ext cx="109728" cy="10972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3145536"/>
            <a:ext cx="1984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675888"/>
            <a:ext cx="109728" cy="10972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566160"/>
            <a:ext cx="1984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4096512"/>
            <a:ext cx="109728" cy="10972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986784"/>
            <a:ext cx="1984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4517136"/>
            <a:ext cx="109728" cy="10972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4407408"/>
            <a:ext cx="1984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474720" y="1417320"/>
            <a:ext cx="2670048" cy="4709160"/>
          </a:xfrm>
          <a:prstGeom prst="roundRect">
            <a:avLst>
              <a:gd name="adj" fmla="val 411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25696" y="1737360"/>
            <a:ext cx="768096" cy="768096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7" name="Image 1" descr="/home/claude/deck/icons/pyth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518" y="1910182"/>
            <a:ext cx="422453" cy="42245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66160" y="265176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3749040" y="3255264"/>
            <a:ext cx="109728" cy="10972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0" name="Text 16"/>
          <p:cNvSpPr/>
          <p:nvPr/>
        </p:nvSpPr>
        <p:spPr>
          <a:xfrm>
            <a:off x="3977640" y="3145536"/>
            <a:ext cx="1984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3749040" y="3675888"/>
            <a:ext cx="109728" cy="10972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2" name="Text 18"/>
          <p:cNvSpPr/>
          <p:nvPr/>
        </p:nvSpPr>
        <p:spPr>
          <a:xfrm>
            <a:off x="3977640" y="3566160"/>
            <a:ext cx="1984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400800" y="1417320"/>
            <a:ext cx="2670048" cy="4709160"/>
          </a:xfrm>
          <a:prstGeom prst="roundRect">
            <a:avLst>
              <a:gd name="adj" fmla="val 411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351776" y="1737360"/>
            <a:ext cx="768096" cy="768096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25" name="Image 2" descr="/home/claude/deck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598" y="1910182"/>
            <a:ext cx="422453" cy="42245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92240" y="265176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6675120" y="3255264"/>
            <a:ext cx="109728" cy="10972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8" name="Text 23"/>
          <p:cNvSpPr/>
          <p:nvPr/>
        </p:nvSpPr>
        <p:spPr>
          <a:xfrm>
            <a:off x="6903720" y="3145536"/>
            <a:ext cx="1984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9326880" y="1417320"/>
            <a:ext cx="2670048" cy="4709160"/>
          </a:xfrm>
          <a:prstGeom prst="roundRect">
            <a:avLst>
              <a:gd name="adj" fmla="val 4110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10277856" y="1737360"/>
            <a:ext cx="768096" cy="768096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31" name="Image 3" descr="/home/claude/deck/icons/aw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0678" y="1910182"/>
            <a:ext cx="422453" cy="422453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418320" y="265176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9601200" y="3255264"/>
            <a:ext cx="109728" cy="10972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34" name="Text 28"/>
          <p:cNvSpPr/>
          <p:nvPr/>
        </p:nvSpPr>
        <p:spPr>
          <a:xfrm>
            <a:off x="9829800" y="3145536"/>
            <a:ext cx="1984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9601200" y="3675888"/>
            <a:ext cx="109728" cy="10972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36" name="Text 30"/>
          <p:cNvSpPr/>
          <p:nvPr/>
        </p:nvSpPr>
        <p:spPr>
          <a:xfrm>
            <a:off x="9829800" y="3566160"/>
            <a:ext cx="1984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9601200" y="4096512"/>
            <a:ext cx="109728" cy="10972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38" name="Text 32"/>
          <p:cNvSpPr/>
          <p:nvPr/>
        </p:nvSpPr>
        <p:spPr>
          <a:xfrm>
            <a:off x="9829800" y="3986784"/>
            <a:ext cx="1984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9601200" y="4517136"/>
            <a:ext cx="109728" cy="10972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40" name="Text 34"/>
          <p:cNvSpPr/>
          <p:nvPr/>
        </p:nvSpPr>
        <p:spPr>
          <a:xfrm>
            <a:off x="9829800" y="4407408"/>
            <a:ext cx="1984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 on AWS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157984" cy="4297680"/>
          </a:xfrm>
          <a:prstGeom prst="roundRect">
            <a:avLst>
              <a:gd name="adj" fmla="val 508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80160" y="1801368"/>
            <a:ext cx="694944" cy="694944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5" name="Image 0" descr="/home/claude/deck/icons/a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947" y="1968155"/>
            <a:ext cx="361371" cy="3613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265176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3154680"/>
            <a:ext cx="18836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Durable, scalable object storage for all uploaded documents.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889504" y="1508760"/>
            <a:ext cx="2157984" cy="4297680"/>
          </a:xfrm>
          <a:prstGeom prst="roundRect">
            <a:avLst>
              <a:gd name="adj" fmla="val 508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21024" y="1801368"/>
            <a:ext cx="694944" cy="694944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0" name="Image 1" descr="/home/claude/deck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811" y="1968155"/>
            <a:ext cx="361371" cy="3613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99232" y="265176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026664" y="3154680"/>
            <a:ext cx="18836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compute instance that hosts and runs the Flask application.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230368" y="1508760"/>
            <a:ext cx="2157984" cy="4297680"/>
          </a:xfrm>
          <a:prstGeom prst="roundRect">
            <a:avLst>
              <a:gd name="adj" fmla="val 508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61888" y="1801368"/>
            <a:ext cx="694944" cy="694944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5" name="Image 2" descr="/home/claude/deck/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675" y="1968155"/>
            <a:ext cx="361371" cy="36137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0096" y="265176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367528" y="3154680"/>
            <a:ext cx="18836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 identities and fine-grained access permissions.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571232" y="1508760"/>
            <a:ext cx="2157984" cy="4297680"/>
          </a:xfrm>
          <a:prstGeom prst="roundRect">
            <a:avLst>
              <a:gd name="adj" fmla="val 508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02752" y="1801368"/>
            <a:ext cx="694944" cy="694944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20" name="Image 3" descr="/home/claude/deck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9539" y="1968155"/>
            <a:ext cx="361371" cy="36137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0960" y="265176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708392" y="3154680"/>
            <a:ext cx="18836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tool used to configure and manage AWS resources.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912096" y="1508760"/>
            <a:ext cx="2157984" cy="4297680"/>
          </a:xfrm>
          <a:prstGeom prst="roundRect">
            <a:avLst>
              <a:gd name="adj" fmla="val 5085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643616" y="1801368"/>
            <a:ext cx="694944" cy="694944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25" name="Image 4" descr="/home/claude/deck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0403" y="1968155"/>
            <a:ext cx="361371" cy="36137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021824" y="265176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10049256" y="3154680"/>
            <a:ext cx="18836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bucket policies &amp; access logging protect stored data.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 on AWS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Modules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 modules of the application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395728" cy="1691640"/>
          </a:xfrm>
          <a:prstGeom prst="roundRect">
            <a:avLst>
              <a:gd name="adj" fmla="val 6486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72184" y="1810512"/>
            <a:ext cx="731520" cy="73152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6" name="Image 0" descr="/home/claude/deck/icons/user_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7749" y="1986077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5176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36976" y="1554480"/>
            <a:ext cx="2395728" cy="1691640"/>
          </a:xfrm>
          <a:prstGeom prst="roundRect">
            <a:avLst>
              <a:gd name="adj" fmla="val 6486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069080" y="1810512"/>
            <a:ext cx="731520" cy="73152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0" name="Image 1" descr="/home/claude/deck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645" y="1986077"/>
            <a:ext cx="380390" cy="3803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8416" y="265176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833872" y="1554480"/>
            <a:ext cx="2395728" cy="1691640"/>
          </a:xfrm>
          <a:prstGeom prst="roundRect">
            <a:avLst>
              <a:gd name="adj" fmla="val 6486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65976" y="1810512"/>
            <a:ext cx="731520" cy="73152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4" name="Image 2" descr="/home/claude/deck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541" y="1986077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25312" y="265176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430768" y="1554480"/>
            <a:ext cx="2395728" cy="1691640"/>
          </a:xfrm>
          <a:prstGeom prst="roundRect">
            <a:avLst>
              <a:gd name="adj" fmla="val 6486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262872" y="1810512"/>
            <a:ext cx="731520" cy="73152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8" name="Image 3" descr="/home/claude/deck/icons/up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8437" y="1986077"/>
            <a:ext cx="380390" cy="3803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22208" y="265176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1938528" y="3566160"/>
            <a:ext cx="2395728" cy="1691640"/>
          </a:xfrm>
          <a:prstGeom prst="roundRect">
            <a:avLst>
              <a:gd name="adj" fmla="val 6486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2770632" y="3822192"/>
            <a:ext cx="731520" cy="73152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22" name="Image 4" descr="/home/claude/deck/icons/downlo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197" y="3997757"/>
            <a:ext cx="380390" cy="38039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029968" y="46634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Download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535424" y="3566160"/>
            <a:ext cx="2395728" cy="1691640"/>
          </a:xfrm>
          <a:prstGeom prst="roundRect">
            <a:avLst>
              <a:gd name="adj" fmla="val 6486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5367528" y="3822192"/>
            <a:ext cx="731520" cy="73152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26" name="Image 5" descr="/home/claude/deck/icons/tras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3093" y="3997757"/>
            <a:ext cx="380390" cy="38039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626864" y="46634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File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7132320" y="3566160"/>
            <a:ext cx="2395728" cy="1691640"/>
          </a:xfrm>
          <a:prstGeom prst="roundRect">
            <a:avLst>
              <a:gd name="adj" fmla="val 6486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964424" y="3822192"/>
            <a:ext cx="731520" cy="73152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30" name="Image 6" descr="/home/claude/deck/icons/signou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9989" y="3997757"/>
            <a:ext cx="380390" cy="38039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223760" y="46634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 on AWS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journey from login to file management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05256" y="1828800"/>
            <a:ext cx="3246120" cy="777240"/>
          </a:xfrm>
          <a:prstGeom prst="roundRect">
            <a:avLst>
              <a:gd name="adj" fmla="val 1647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3272" y="1952244"/>
            <a:ext cx="530352" cy="530352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6" name="Image 0" descr="/home/claude/deck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601" y="2071573"/>
            <a:ext cx="291694" cy="291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94176" y="1883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82496" y="18288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 rot="5400000">
            <a:off x="4206240" y="2135124"/>
            <a:ext cx="201168" cy="164592"/>
          </a:xfrm>
          <a:prstGeom prst="triangle">
            <a:avLst/>
          </a:prstGeom>
          <a:solidFill>
            <a:srgbClr val="2E86DE"/>
          </a:solidFill>
          <a:ln/>
        </p:spPr>
      </p:sp>
      <p:sp>
        <p:nvSpPr>
          <p:cNvPr id="10" name="Shape 7"/>
          <p:cNvSpPr/>
          <p:nvPr/>
        </p:nvSpPr>
        <p:spPr>
          <a:xfrm>
            <a:off x="4471416" y="1828800"/>
            <a:ext cx="3246120" cy="777240"/>
          </a:xfrm>
          <a:prstGeom prst="roundRect">
            <a:avLst>
              <a:gd name="adj" fmla="val 1647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1952244"/>
            <a:ext cx="530352" cy="530352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2" name="Image 1" descr="/home/claude/deck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761" y="2071573"/>
            <a:ext cx="291694" cy="2916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0336" y="1883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248656" y="18288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 rot="5400000">
            <a:off x="7772400" y="2135124"/>
            <a:ext cx="201168" cy="164592"/>
          </a:xfrm>
          <a:prstGeom prst="triangle">
            <a:avLst/>
          </a:prstGeom>
          <a:solidFill>
            <a:srgbClr val="2E86DE"/>
          </a:solidFill>
          <a:ln/>
        </p:spPr>
      </p:sp>
      <p:sp>
        <p:nvSpPr>
          <p:cNvPr id="16" name="Shape 12"/>
          <p:cNvSpPr/>
          <p:nvPr/>
        </p:nvSpPr>
        <p:spPr>
          <a:xfrm>
            <a:off x="8037576" y="1828800"/>
            <a:ext cx="3246120" cy="777240"/>
          </a:xfrm>
          <a:prstGeom prst="roundRect">
            <a:avLst>
              <a:gd name="adj" fmla="val 1647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65592" y="1952244"/>
            <a:ext cx="530352" cy="530352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8" name="Image 2" descr="/home/claude/deck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921" y="2071573"/>
            <a:ext cx="291694" cy="2916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826496" y="1883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814816" y="18288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 rot="10800000">
            <a:off x="9578340" y="2715768"/>
            <a:ext cx="164592" cy="201168"/>
          </a:xfrm>
          <a:prstGeom prst="triangle">
            <a:avLst/>
          </a:prstGeom>
          <a:solidFill>
            <a:srgbClr val="2E86DE"/>
          </a:solidFill>
          <a:ln/>
        </p:spPr>
      </p:sp>
      <p:sp>
        <p:nvSpPr>
          <p:cNvPr id="22" name="Shape 17"/>
          <p:cNvSpPr/>
          <p:nvPr/>
        </p:nvSpPr>
        <p:spPr>
          <a:xfrm>
            <a:off x="905256" y="3246120"/>
            <a:ext cx="3246120" cy="777240"/>
          </a:xfrm>
          <a:prstGeom prst="roundRect">
            <a:avLst>
              <a:gd name="adj" fmla="val 1647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33272" y="3369564"/>
            <a:ext cx="530352" cy="530352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24" name="Image 3" descr="/home/claude/deck/icons/up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601" y="3488893"/>
            <a:ext cx="291694" cy="29169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694176" y="33009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682496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 rot="5400000">
            <a:off x="4206240" y="3552444"/>
            <a:ext cx="201168" cy="164592"/>
          </a:xfrm>
          <a:prstGeom prst="triangle">
            <a:avLst/>
          </a:prstGeom>
          <a:solidFill>
            <a:srgbClr val="2E86DE"/>
          </a:solidFill>
          <a:ln/>
        </p:spPr>
      </p:sp>
      <p:sp>
        <p:nvSpPr>
          <p:cNvPr id="28" name="Shape 22"/>
          <p:cNvSpPr/>
          <p:nvPr/>
        </p:nvSpPr>
        <p:spPr>
          <a:xfrm>
            <a:off x="4471416" y="3246120"/>
            <a:ext cx="3246120" cy="777240"/>
          </a:xfrm>
          <a:prstGeom prst="roundRect">
            <a:avLst>
              <a:gd name="adj" fmla="val 1647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99432" y="3369564"/>
            <a:ext cx="530352" cy="530352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30" name="Image 4" descr="/home/claude/deck/icons/aw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761" y="3488893"/>
            <a:ext cx="291694" cy="29169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60336" y="33009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5248656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AWS S3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 rot="5400000">
            <a:off x="7772400" y="3552444"/>
            <a:ext cx="201168" cy="164592"/>
          </a:xfrm>
          <a:prstGeom prst="triangle">
            <a:avLst/>
          </a:prstGeom>
          <a:solidFill>
            <a:srgbClr val="2E86DE"/>
          </a:solidFill>
          <a:ln/>
        </p:spPr>
      </p:sp>
      <p:sp>
        <p:nvSpPr>
          <p:cNvPr id="34" name="Shape 27"/>
          <p:cNvSpPr/>
          <p:nvPr/>
        </p:nvSpPr>
        <p:spPr>
          <a:xfrm>
            <a:off x="8037576" y="3246120"/>
            <a:ext cx="3246120" cy="777240"/>
          </a:xfrm>
          <a:prstGeom prst="roundRect">
            <a:avLst>
              <a:gd name="adj" fmla="val 1647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165592" y="3369564"/>
            <a:ext cx="530352" cy="530352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36" name="Image 5" descr="/home/claude/deck/icons/downlo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921" y="3488893"/>
            <a:ext cx="291694" cy="29169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826496" y="33009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8814816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/ Delete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 on AWS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each technology in bringing the system to life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" cy="59436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5" name="Image 0" descr="/home/claude/deck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703070"/>
            <a:ext cx="297180" cy="2971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63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25880" y="18288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the web pages and layout of the application.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594360" cy="59436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9" name="Image 1" descr="/home/claude/deck/icons/la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" y="330327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063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25880" y="34290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pages for a clean, modern, consistent look.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754880"/>
            <a:ext cx="594360" cy="59436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3" name="Image 2" descr="/home/claude/deck/icons/bootstrap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71" y="4888611"/>
            <a:ext cx="326898" cy="32689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663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25880" y="5029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responsive, mobile-friendly UI components.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55080" y="1554480"/>
            <a:ext cx="594360" cy="59436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7" name="Image 3" descr="/home/claude/deck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670" y="1703070"/>
            <a:ext cx="297180" cy="2971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0" y="1463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132320" y="18288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backend logic, routing, and server-side APIs.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355080" y="3154680"/>
            <a:ext cx="594360" cy="59436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21" name="Image 4" descr="/home/claude/deck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3670" y="3303270"/>
            <a:ext cx="297180" cy="2971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32320" y="3063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7132320" y="34290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user credentials and document metadata reliably.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355080" y="4754880"/>
            <a:ext cx="594360" cy="59436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25" name="Image 5" descr="/home/claude/deck/icons/aw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670" y="4903470"/>
            <a:ext cx="297180" cy="2971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32320" y="4663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7132320" y="5029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stores and serves the actual uploaded files.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 on AWS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5943600" cy="5943600"/>
          </a:xfrm>
          <a:prstGeom prst="ellipse">
            <a:avLst/>
          </a:prstGeom>
          <a:solidFill>
            <a:srgbClr val="1B3B6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2E86DE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157984" cy="4206240"/>
          </a:xfrm>
          <a:prstGeom prst="roundRect">
            <a:avLst>
              <a:gd name="adj" fmla="val 5085"/>
            </a:avLst>
          </a:prstGeom>
          <a:solidFill>
            <a:srgbClr val="1B3B6F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1783080"/>
            <a:ext cx="694944" cy="694944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7" name="Image 0" descr="/home/claude/deck/icons/user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947" y="1949867"/>
            <a:ext cx="361371" cy="3613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60604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108960"/>
            <a:ext cx="18836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login ensures only registered users can access the system.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89504" y="1508760"/>
            <a:ext cx="2157984" cy="4206240"/>
          </a:xfrm>
          <a:prstGeom prst="roundRect">
            <a:avLst>
              <a:gd name="adj" fmla="val 5085"/>
            </a:avLst>
          </a:prstGeom>
          <a:solidFill>
            <a:srgbClr val="1B3B6F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21024" y="1783080"/>
            <a:ext cx="694944" cy="694944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2" name="Image 1" descr="/home/claude/deck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811" y="1949867"/>
            <a:ext cx="361371" cy="36137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99232" y="260604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Policies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026664" y="3108960"/>
            <a:ext cx="18836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AWS IAM rules restrict who can access which resources.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230368" y="1508760"/>
            <a:ext cx="2157984" cy="4206240"/>
          </a:xfrm>
          <a:prstGeom prst="roundRect">
            <a:avLst>
              <a:gd name="adj" fmla="val 5085"/>
            </a:avLst>
          </a:prstGeom>
          <a:solidFill>
            <a:srgbClr val="1B3B6F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61888" y="1783080"/>
            <a:ext cx="694944" cy="694944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7" name="Image 2" descr="/home/claude/deck/icons/aw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675" y="1949867"/>
            <a:ext cx="361371" cy="36137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0096" y="260604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Storage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367528" y="3108960"/>
            <a:ext cx="18836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stored in AWS S3 with encryption and controlled access.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571232" y="1508760"/>
            <a:ext cx="2157984" cy="4206240"/>
          </a:xfrm>
          <a:prstGeom prst="roundRect">
            <a:avLst>
              <a:gd name="adj" fmla="val 5085"/>
            </a:avLst>
          </a:prstGeom>
          <a:solidFill>
            <a:srgbClr val="1B3B6F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302752" y="1783080"/>
            <a:ext cx="694944" cy="694944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22" name="Image 3" descr="/home/claude/deck/icons/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9539" y="1949867"/>
            <a:ext cx="361371" cy="36137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80960" y="260604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Protection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708392" y="3108960"/>
            <a:ext cx="18836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are hashed and never stored or transmitted in plain text.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912096" y="1508760"/>
            <a:ext cx="2157984" cy="4206240"/>
          </a:xfrm>
          <a:prstGeom prst="roundRect">
            <a:avLst>
              <a:gd name="adj" fmla="val 5085"/>
            </a:avLst>
          </a:prstGeom>
          <a:solidFill>
            <a:srgbClr val="1B3B6F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643616" y="1783080"/>
            <a:ext cx="694944" cy="694944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27" name="Image 4" descr="/home/claude/deck/icons/user_gro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0403" y="1949867"/>
            <a:ext cx="361371" cy="36137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21824" y="260604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Access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0049256" y="3108960"/>
            <a:ext cx="188366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 ensure users only reach authorized files.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 on AWS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Screenshots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 will be inserted here during the demo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57984" cy="3200400"/>
          </a:xfrm>
          <a:prstGeom prst="roundRect">
            <a:avLst>
              <a:gd name="adj" fmla="val 4237"/>
            </a:avLst>
          </a:prstGeom>
          <a:solidFill>
            <a:srgbClr val="EAF2FB"/>
          </a:solidFill>
          <a:ln w="15875">
            <a:solidFill>
              <a:srgbClr val="B9D2EF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16736" y="2606040"/>
            <a:ext cx="621792" cy="621792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6" name="Image 0" descr="/home/claude/deck/icon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5966" y="2755270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9184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4818888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889504" y="1508760"/>
            <a:ext cx="2157984" cy="3200400"/>
          </a:xfrm>
          <a:prstGeom prst="roundRect">
            <a:avLst>
              <a:gd name="adj" fmla="val 4237"/>
            </a:avLst>
          </a:prstGeom>
          <a:solidFill>
            <a:srgbClr val="EAF2FB"/>
          </a:solidFill>
          <a:ln w="15875">
            <a:solidFill>
              <a:srgbClr val="B9D2EF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657600" y="2606040"/>
            <a:ext cx="621792" cy="621792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1" name="Image 1" descr="/home/claude/deck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830" y="2755270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80944" y="329184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935224" y="4818888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230368" y="1508760"/>
            <a:ext cx="2157984" cy="3200400"/>
          </a:xfrm>
          <a:prstGeom prst="roundRect">
            <a:avLst>
              <a:gd name="adj" fmla="val 4237"/>
            </a:avLst>
          </a:prstGeom>
          <a:solidFill>
            <a:srgbClr val="EAF2FB"/>
          </a:solidFill>
          <a:ln w="15875">
            <a:solidFill>
              <a:srgbClr val="B9D2EF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5998464" y="2606040"/>
            <a:ext cx="621792" cy="621792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6" name="Image 2" descr="/home/claude/deck/icons/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694" y="2755270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21808" y="329184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5276088" y="4818888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571232" y="1508760"/>
            <a:ext cx="2157984" cy="3200400"/>
          </a:xfrm>
          <a:prstGeom prst="roundRect">
            <a:avLst>
              <a:gd name="adj" fmla="val 4237"/>
            </a:avLst>
          </a:prstGeom>
          <a:solidFill>
            <a:srgbClr val="EAF2FB"/>
          </a:solidFill>
          <a:ln w="15875">
            <a:solidFill>
              <a:srgbClr val="B9D2EF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8339328" y="2606040"/>
            <a:ext cx="621792" cy="621792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1" name="Image 3" descr="/home/claude/deck/icons/up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558" y="2755270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62672" y="329184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616952" y="4818888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Page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9912096" y="1508760"/>
            <a:ext cx="2157984" cy="3200400"/>
          </a:xfrm>
          <a:prstGeom prst="roundRect">
            <a:avLst>
              <a:gd name="adj" fmla="val 4237"/>
            </a:avLst>
          </a:prstGeom>
          <a:solidFill>
            <a:srgbClr val="EAF2FB"/>
          </a:solidFill>
          <a:ln w="15875">
            <a:solidFill>
              <a:srgbClr val="B9D2EF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10680192" y="2606040"/>
            <a:ext cx="621792" cy="621792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6" name="Image 4" descr="/home/claude/deck/icons/aw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9422" y="2755270"/>
            <a:ext cx="323332" cy="3233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03536" y="3291840"/>
            <a:ext cx="1975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9957816" y="4818888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Bucket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 on AWS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19072"/>
            <a:ext cx="566928" cy="566928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5" name="Image 0" descr="/home/claude/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860804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824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423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storage &amp; access-controlled documents.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4630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1719072"/>
            <a:ext cx="566928" cy="566928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0" name="Image 1" descr="/home/claude/deck/icons/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1860804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6824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17720" y="2423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effortlessly with AWS elastic infrastructure.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0" y="14630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58200" y="1719072"/>
            <a:ext cx="566928" cy="566928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15" name="Image 2" descr="/home/claude/deck/icons/coi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932" y="1860804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9720" y="16824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458200" y="2423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 pricing avoids heavy upfront cost.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657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3913632"/>
            <a:ext cx="566928" cy="566928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20" name="Image 3" descr="/home/claude/deck/icons/thumbs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4055364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38770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77240" y="4617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High-availability storage backed by AWS S3.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89120" y="3657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17720" y="3913632"/>
            <a:ext cx="566928" cy="566928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25" name="Image 4" descr="/home/claude/deck/icons/clou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452" y="4055364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9240" y="38770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Accessibility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617720" y="4617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documents anytime, from anywhere.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229600" y="3657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458200" y="3913632"/>
            <a:ext cx="566928" cy="566928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30" name="Image 5" descr="/home/claude/deck/icons/syn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9932" y="4055364"/>
            <a:ext cx="283464" cy="2834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89720" y="38770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Backup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458200" y="4617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durable backups reduce data-loss risk.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 on AWS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19072"/>
            <a:ext cx="566928" cy="566928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5" name="Image 0" descr="/home/claude/deck/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860804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45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Document Search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2423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 that understands content and context.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89120" y="14630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1719072"/>
            <a:ext cx="566928" cy="566928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0" name="Image 1" descr="/home/claude/deck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1860804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645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Support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617720" y="2423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and index text from scanned documents.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229600" y="14630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58200" y="1719072"/>
            <a:ext cx="566928" cy="566928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15" name="Image 2" descr="/home/claude/deck/icons/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932" y="1860804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9720" y="1645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458200" y="2423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 for on-the-go document access.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657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3913632"/>
            <a:ext cx="566928" cy="566928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0" name="Image 3" descr="/home/claude/deck/icons/users_colla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4055364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3840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Collaboration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77240" y="4617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folders and simultaneous document editing.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389120" y="3657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17720" y="3913632"/>
            <a:ext cx="566928" cy="566928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25" name="Image 4" descr="/home/claude/deck/icons/envelop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452" y="4055364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9240" y="3840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617720" y="4617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for uploads, shares, and account activity.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229600" y="3657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13294B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458200" y="3913632"/>
            <a:ext cx="566928" cy="566928"/>
          </a:xfrm>
          <a:prstGeom prst="ellipse">
            <a:avLst/>
          </a:prstGeom>
          <a:solidFill>
            <a:srgbClr val="2E86DE"/>
          </a:solidFill>
          <a:ln/>
        </p:spPr>
      </p:sp>
      <p:pic>
        <p:nvPicPr>
          <p:cNvPr id="30" name="Image 5" descr="/home/claude/deck/icons/histo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9932" y="4055364"/>
            <a:ext cx="283464" cy="2834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89720" y="3840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8458200" y="4617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restore previous versions of a document.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 on AWS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0"/>
            <a:ext cx="5943600" cy="5943600"/>
          </a:xfrm>
          <a:prstGeom prst="ellipse">
            <a:avLst/>
          </a:prstGeom>
          <a:solidFill>
            <a:srgbClr val="1B3B6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2E86D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594360"/>
            <a:ext cx="1005840" cy="1005840"/>
          </a:xfrm>
          <a:prstGeom prst="ellipse">
            <a:avLst/>
          </a:prstGeom>
          <a:solidFill>
            <a:srgbClr val="2E86DE"/>
          </a:solidFill>
          <a:ln/>
          <a:effectLst>
            <a:outerShdw sx="100000" sy="100000" kx="0" ky="0" algn="bl" rotWithShape="0" blurRad="101600" dist="38100" dir="5400000">
              <a:srgbClr val="13294B">
                <a:alpha val="25000"/>
              </a:srgbClr>
            </a:outerShdw>
          </a:effectLst>
        </p:spPr>
      </p:sp>
      <p:pic>
        <p:nvPicPr>
          <p:cNvPr id="5" name="Image 0" descr="/home/claude/deck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2841" y="815645"/>
            <a:ext cx="563270" cy="5632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78308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2377440"/>
            <a:ext cx="9445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 a secure, scalable, and efficient Cloud Document Management System by combining a responsive Flask + Bootstrap web application with the reliability of AWS S3 storage, MySQL data management, and IAM-controlled access — enabling users to store and manage their documents safely from anywhere.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80076" y="3977640"/>
            <a:ext cx="1828800" cy="27432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25196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31520" y="51206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 on AWS  |  Kunal Solanki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2026-07-20T08:38:47Z</dcterms:created>
  <dcterms:modified xsi:type="dcterms:W3CDTF">2026-07-20T08:38:47Z</dcterms:modified>
</cp:coreProperties>
</file>